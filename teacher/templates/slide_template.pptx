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3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ircle_outer"/>
          <p:cNvSpPr/>
          <p:nvPr/>
        </p:nvSpPr>
        <p:spPr>
          <a:xfrm>
            <a:off x="9448800" y="-1188719"/>
            <a:ext cx="3840480" cy="3840479"/>
          </a:xfrm>
          <a:prstGeom prst="ellipse">
            <a:avLst/>
          </a:prstGeom>
          <a:solidFill>
            <a:srgbClr val="3857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ircle_inner"/>
          <p:cNvSpPr/>
          <p:nvPr/>
        </p:nvSpPr>
        <p:spPr>
          <a:xfrm>
            <a:off x="10546080" y="-182880"/>
            <a:ext cx="2011679" cy="2011680"/>
          </a:xfrm>
          <a:prstGeom prst="ellipse">
            <a:avLst/>
          </a:prstGeom>
          <a:solidFill>
            <a:srgbClr val="C5E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rule"/>
          <p:cNvCxnSpPr/>
          <p:nvPr/>
        </p:nvCxnSpPr>
        <p:spPr>
          <a:xfrm>
            <a:off x="822959" y="5989320"/>
            <a:ext cx="4114801" cy="0"/>
          </a:xfrm>
          <a:prstGeom prst="line">
            <a:avLst/>
          </a:prstGeom>
          <a:ln w="12700">
            <a:solidFill>
              <a:srgbClr val="4A3B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yebrow"/>
          <p:cNvSpPr txBox="1"/>
          <p:nvPr/>
        </p:nvSpPr>
        <p:spPr>
          <a:xfrm>
            <a:off x="822959" y="1450340"/>
            <a:ext cx="6797040" cy="34162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90" b="1" i="0">
                <a:solidFill>
                  <a:srgbClr val="E8A33D"/>
                </a:solidFill>
                <a:latin typeface="Cambria"/>
              </a:rPr>
              <a:t>[[Eyebrow: Môn · Lớp · Bộ sách]]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777240" y="1910080"/>
            <a:ext cx="10652759" cy="1010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400" b="1" i="0">
                <a:solidFill>
                  <a:srgbClr val="FBF4E8"/>
                </a:solidFill>
                <a:latin typeface="Cambria"/>
              </a:rPr>
              <a:t>[[Tên bài học]]</a:t>
            </a:r>
          </a:p>
        </p:txBody>
      </p:sp>
      <p:sp>
        <p:nvSpPr>
          <p:cNvPr id="8" name="subtitle"/>
          <p:cNvSpPr txBox="1"/>
          <p:nvPr/>
        </p:nvSpPr>
        <p:spPr>
          <a:xfrm>
            <a:off x="822959" y="2997200"/>
            <a:ext cx="10607040" cy="55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200" b="0" i="1">
                <a:solidFill>
                  <a:srgbClr val="FBF4E8"/>
                </a:solidFill>
                <a:latin typeface="Cambria"/>
              </a:rPr>
              <a:t>[[Mô tả ngắn / chủ đề chính của bài (in nghiêng)]]</a:t>
            </a:r>
          </a:p>
        </p:txBody>
      </p:sp>
      <p:pic>
        <p:nvPicPr>
          <p:cNvPr id="9" name="icon_book" descr="b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3746500"/>
            <a:ext cx="594359" cy="594359"/>
          </a:xfrm>
          <a:prstGeom prst="rect">
            <a:avLst/>
          </a:prstGeom>
        </p:spPr>
      </p:pic>
      <p:sp>
        <p:nvSpPr>
          <p:cNvPr id="10" name="caption_text"/>
          <p:cNvSpPr txBox="1"/>
          <p:nvPr/>
        </p:nvSpPr>
        <p:spPr>
          <a:xfrm>
            <a:off x="2032000" y="3810000"/>
            <a:ext cx="9398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D8CFC0"/>
                </a:solidFill>
                <a:latin typeface="Cambria"/>
              </a:rPr>
              <a:t>[[Dẫn vào bằng trò chơi / tình huống khởi động]]</a:t>
            </a:r>
          </a:p>
        </p:txBody>
      </p:sp>
      <p:sp>
        <p:nvSpPr>
          <p:cNvPr id="11" name="footer_note"/>
          <p:cNvSpPr txBox="1"/>
          <p:nvPr/>
        </p:nvSpPr>
        <p:spPr>
          <a:xfrm>
            <a:off x="822959" y="5684520"/>
            <a:ext cx="8067040" cy="309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B0A18A"/>
                </a:solidFill>
                <a:latin typeface="Cambria"/>
              </a:rPr>
              <a:t>[[Giáo viên · Lớp · Năm học]]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ircle"/>
          <p:cNvSpPr/>
          <p:nvPr/>
        </p:nvSpPr>
        <p:spPr>
          <a:xfrm>
            <a:off x="-1463040" y="-1645919"/>
            <a:ext cx="4572000" cy="457200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777240" y="2477770"/>
            <a:ext cx="10652759" cy="6972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FBF4E8"/>
                </a:solidFill>
                <a:latin typeface="Cambria"/>
              </a:rPr>
              <a:t>[[Câu hỏi / tình huống gợi mở dẫn vào bài]]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822959" y="3456940"/>
            <a:ext cx="10607040" cy="4800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1">
                <a:solidFill>
                  <a:srgbClr val="E4C98A"/>
                </a:solidFill>
                <a:latin typeface="Cambria"/>
              </a:rPr>
              <a:t>[[Ghi chú thêm cho giáo viên (in nghiêng)]]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yebrow"/>
          <p:cNvSpPr txBox="1"/>
          <p:nvPr/>
        </p:nvSpPr>
        <p:spPr>
          <a:xfrm>
            <a:off x="548640" y="457200"/>
            <a:ext cx="580136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90" b="1" i="0">
                <a:solidFill>
                  <a:srgbClr val="A83349"/>
                </a:solidFill>
                <a:latin typeface="Cambria"/>
              </a:rPr>
              <a:t>[[MỤC TIÊU ĐẠT ĐƯỢC]]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786130"/>
            <a:ext cx="10881359" cy="6362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2B211A"/>
                </a:solidFill>
                <a:latin typeface="Cambria"/>
              </a:rPr>
              <a:t>[[Tiêu đề phần]]</a:t>
            </a:r>
          </a:p>
        </p:txBody>
      </p:sp>
      <p:sp>
        <p:nvSpPr>
          <p:cNvPr id="5" name="card1_bg"/>
          <p:cNvSpPr/>
          <p:nvPr/>
        </p:nvSpPr>
        <p:spPr>
          <a:xfrm>
            <a:off x="822959" y="1854200"/>
            <a:ext cx="5120640" cy="2006600"/>
          </a:xfrm>
          <a:prstGeom prst="roundRect">
            <a:avLst>
              <a:gd name="adj" fmla="val 8000"/>
            </a:avLst>
          </a:prstGeom>
          <a:solidFill>
            <a:srgbClr val="F6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1_badge"/>
          <p:cNvSpPr/>
          <p:nvPr/>
        </p:nvSpPr>
        <p:spPr>
          <a:xfrm>
            <a:off x="1097280" y="2128519"/>
            <a:ext cx="594359" cy="5943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card1_icon" descr="b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" y="2171700"/>
            <a:ext cx="502920" cy="502920"/>
          </a:xfrm>
          <a:prstGeom prst="rect">
            <a:avLst/>
          </a:prstGeom>
        </p:spPr>
      </p:pic>
      <p:sp>
        <p:nvSpPr>
          <p:cNvPr id="8" name="card1_title"/>
          <p:cNvSpPr txBox="1"/>
          <p:nvPr/>
        </p:nvSpPr>
        <p:spPr>
          <a:xfrm>
            <a:off x="1889760" y="2159000"/>
            <a:ext cx="3799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2B211A"/>
                </a:solidFill>
                <a:latin typeface="Cambria"/>
              </a:rPr>
              <a:t>[[Tiêu đề 1]]</a:t>
            </a:r>
          </a:p>
        </p:txBody>
      </p:sp>
      <p:sp>
        <p:nvSpPr>
          <p:cNvPr id="9" name="card1_desc"/>
          <p:cNvSpPr txBox="1"/>
          <p:nvPr/>
        </p:nvSpPr>
        <p:spPr>
          <a:xfrm>
            <a:off x="1889760" y="2590800"/>
            <a:ext cx="3799839" cy="1066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6B645C"/>
                </a:solidFill>
                <a:latin typeface="Cambria"/>
              </a:rPr>
              <a:t>[[Mô tả ngắn gọn ý 1.]]</a:t>
            </a:r>
          </a:p>
        </p:txBody>
      </p:sp>
      <p:sp>
        <p:nvSpPr>
          <p:cNvPr id="10" name="card2_bg"/>
          <p:cNvSpPr/>
          <p:nvPr/>
        </p:nvSpPr>
        <p:spPr>
          <a:xfrm>
            <a:off x="6492240" y="1854200"/>
            <a:ext cx="5120640" cy="2006600"/>
          </a:xfrm>
          <a:prstGeom prst="roundRect">
            <a:avLst>
              <a:gd name="adj" fmla="val 8000"/>
            </a:avLst>
          </a:prstGeom>
          <a:solidFill>
            <a:srgbClr val="F6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2_badge"/>
          <p:cNvSpPr/>
          <p:nvPr/>
        </p:nvSpPr>
        <p:spPr>
          <a:xfrm>
            <a:off x="6766559" y="2128519"/>
            <a:ext cx="594360" cy="5943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card2_icon" descr="light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9740" y="2171700"/>
            <a:ext cx="502920" cy="502920"/>
          </a:xfrm>
          <a:prstGeom prst="rect">
            <a:avLst/>
          </a:prstGeom>
        </p:spPr>
      </p:pic>
      <p:sp>
        <p:nvSpPr>
          <p:cNvPr id="13" name="card2_title"/>
          <p:cNvSpPr txBox="1"/>
          <p:nvPr/>
        </p:nvSpPr>
        <p:spPr>
          <a:xfrm>
            <a:off x="7559040" y="2159000"/>
            <a:ext cx="3799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2B211A"/>
                </a:solidFill>
                <a:latin typeface="Cambria"/>
              </a:rPr>
              <a:t>[[Tiêu đề 2]]</a:t>
            </a:r>
          </a:p>
        </p:txBody>
      </p:sp>
      <p:sp>
        <p:nvSpPr>
          <p:cNvPr id="14" name="card2_desc"/>
          <p:cNvSpPr txBox="1"/>
          <p:nvPr/>
        </p:nvSpPr>
        <p:spPr>
          <a:xfrm>
            <a:off x="7559040" y="2590800"/>
            <a:ext cx="3799839" cy="1066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6B645C"/>
                </a:solidFill>
                <a:latin typeface="Cambria"/>
              </a:rPr>
              <a:t>[[Mô tả ngắn gọn ý 2.]]</a:t>
            </a:r>
          </a:p>
        </p:txBody>
      </p:sp>
      <p:sp>
        <p:nvSpPr>
          <p:cNvPr id="15" name="card3_bg"/>
          <p:cNvSpPr/>
          <p:nvPr/>
        </p:nvSpPr>
        <p:spPr>
          <a:xfrm>
            <a:off x="822959" y="4140200"/>
            <a:ext cx="5120640" cy="2006600"/>
          </a:xfrm>
          <a:prstGeom prst="roundRect">
            <a:avLst>
              <a:gd name="adj" fmla="val 8000"/>
            </a:avLst>
          </a:prstGeom>
          <a:solidFill>
            <a:srgbClr val="F6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3_badge"/>
          <p:cNvSpPr/>
          <p:nvPr/>
        </p:nvSpPr>
        <p:spPr>
          <a:xfrm>
            <a:off x="1097280" y="4414520"/>
            <a:ext cx="594359" cy="59435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card3_icon" descr="sw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460" y="4457700"/>
            <a:ext cx="502920" cy="502920"/>
          </a:xfrm>
          <a:prstGeom prst="rect">
            <a:avLst/>
          </a:prstGeom>
        </p:spPr>
      </p:pic>
      <p:sp>
        <p:nvSpPr>
          <p:cNvPr id="18" name="card3_title"/>
          <p:cNvSpPr txBox="1"/>
          <p:nvPr/>
        </p:nvSpPr>
        <p:spPr>
          <a:xfrm>
            <a:off x="1889760" y="4445000"/>
            <a:ext cx="3799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2B211A"/>
                </a:solidFill>
                <a:latin typeface="Cambria"/>
              </a:rPr>
              <a:t>[[Tiêu đề 3]]</a:t>
            </a:r>
          </a:p>
        </p:txBody>
      </p:sp>
      <p:sp>
        <p:nvSpPr>
          <p:cNvPr id="19" name="card3_desc"/>
          <p:cNvSpPr txBox="1"/>
          <p:nvPr/>
        </p:nvSpPr>
        <p:spPr>
          <a:xfrm>
            <a:off x="1889760" y="4876800"/>
            <a:ext cx="3799839" cy="1066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6B645C"/>
                </a:solidFill>
                <a:latin typeface="Cambria"/>
              </a:rPr>
              <a:t>[[Mô tả ngắn gọn ý 3.]]</a:t>
            </a:r>
          </a:p>
        </p:txBody>
      </p:sp>
      <p:sp>
        <p:nvSpPr>
          <p:cNvPr id="20" name="card4_bg"/>
          <p:cNvSpPr/>
          <p:nvPr/>
        </p:nvSpPr>
        <p:spPr>
          <a:xfrm>
            <a:off x="6492240" y="4140200"/>
            <a:ext cx="5120640" cy="2006600"/>
          </a:xfrm>
          <a:prstGeom prst="roundRect">
            <a:avLst>
              <a:gd name="adj" fmla="val 8000"/>
            </a:avLst>
          </a:prstGeom>
          <a:solidFill>
            <a:srgbClr val="F6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4_badge"/>
          <p:cNvSpPr/>
          <p:nvPr/>
        </p:nvSpPr>
        <p:spPr>
          <a:xfrm>
            <a:off x="6766559" y="4414520"/>
            <a:ext cx="594360" cy="59435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card4_icon" descr="peo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9740" y="4457700"/>
            <a:ext cx="502920" cy="502920"/>
          </a:xfrm>
          <a:prstGeom prst="rect">
            <a:avLst/>
          </a:prstGeom>
        </p:spPr>
      </p:pic>
      <p:sp>
        <p:nvSpPr>
          <p:cNvPr id="23" name="card4_title"/>
          <p:cNvSpPr txBox="1"/>
          <p:nvPr/>
        </p:nvSpPr>
        <p:spPr>
          <a:xfrm>
            <a:off x="7559040" y="4445000"/>
            <a:ext cx="3799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2B211A"/>
                </a:solidFill>
                <a:latin typeface="Cambria"/>
              </a:rPr>
              <a:t>[[Tiêu đề 4]]</a:t>
            </a:r>
          </a:p>
        </p:txBody>
      </p:sp>
      <p:sp>
        <p:nvSpPr>
          <p:cNvPr id="24" name="card4_desc"/>
          <p:cNvSpPr txBox="1"/>
          <p:nvPr/>
        </p:nvSpPr>
        <p:spPr>
          <a:xfrm>
            <a:off x="7559040" y="4876800"/>
            <a:ext cx="3799839" cy="1066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6B645C"/>
                </a:solidFill>
                <a:latin typeface="Cambria"/>
              </a:rPr>
              <a:t>[[Mô tả ngắn gọn ý 4.]]</a:t>
            </a:r>
          </a:p>
        </p:txBody>
      </p:sp>
      <p:sp>
        <p:nvSpPr>
          <p:cNvPr id="25" name="breadcrumb"/>
          <p:cNvSpPr txBox="1"/>
          <p:nvPr/>
        </p:nvSpPr>
        <p:spPr>
          <a:xfrm>
            <a:off x="342900" y="6243320"/>
            <a:ext cx="2578100" cy="4876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60" b="0" i="0">
                <a:solidFill>
                  <a:srgbClr val="6B645C"/>
                </a:solidFill>
                <a:latin typeface="Cambria"/>
              </a:rPr>
              <a:t>[[Tổ bộ môn | Sinh hoạt chuyên môn]]</a:t>
            </a:r>
          </a:p>
        </p:txBody>
      </p:sp>
      <p:sp>
        <p:nvSpPr>
          <p:cNvPr id="26" name="pagenum"/>
          <p:cNvSpPr txBox="1"/>
          <p:nvPr/>
        </p:nvSpPr>
        <p:spPr>
          <a:xfrm>
            <a:off x="11430000" y="6243320"/>
            <a:ext cx="304800" cy="4876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60" b="0" i="0">
                <a:solidFill>
                  <a:srgbClr val="6B645C"/>
                </a:solidFill>
                <a:latin typeface="Cambria"/>
              </a:rPr>
              <a:t>[[0]]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yebrow"/>
          <p:cNvSpPr txBox="1"/>
          <p:nvPr/>
        </p:nvSpPr>
        <p:spPr>
          <a:xfrm>
            <a:off x="548640" y="302260"/>
            <a:ext cx="8341360" cy="30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 i="0">
                <a:solidFill>
                  <a:srgbClr val="A83349"/>
                </a:solidFill>
                <a:latin typeface="Cambria"/>
              </a:rPr>
              <a:t>[[PHẦN · TÊN NHÁNH NỘI DUNG]]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683260"/>
            <a:ext cx="10881359" cy="688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2B211A"/>
                </a:solidFill>
                <a:latin typeface="Cambria"/>
              </a:rPr>
              <a:t>[[Tiêu đề nội dung khám phá]]</a:t>
            </a:r>
          </a:p>
        </p:txBody>
      </p:sp>
      <p:pic>
        <p:nvPicPr>
          <p:cNvPr id="5" name="row1_icon" descr="book-op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1469389"/>
            <a:ext cx="393700" cy="393700"/>
          </a:xfrm>
          <a:prstGeom prst="rect">
            <a:avLst/>
          </a:prstGeom>
        </p:spPr>
      </p:pic>
      <p:sp>
        <p:nvSpPr>
          <p:cNvPr id="6" name="row1_title"/>
          <p:cNvSpPr txBox="1"/>
          <p:nvPr/>
        </p:nvSpPr>
        <p:spPr>
          <a:xfrm>
            <a:off x="1280160" y="1659889"/>
            <a:ext cx="1040384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 i="0">
                <a:solidFill>
                  <a:srgbClr val="A83349"/>
                </a:solidFill>
                <a:latin typeface="Cambria"/>
              </a:rPr>
              <a:t>[[Ý chính]]</a:t>
            </a:r>
          </a:p>
        </p:txBody>
      </p:sp>
      <p:sp>
        <p:nvSpPr>
          <p:cNvPr id="7" name="row1_desc"/>
          <p:cNvSpPr txBox="1"/>
          <p:nvPr/>
        </p:nvSpPr>
        <p:spPr>
          <a:xfrm>
            <a:off x="1280160" y="1964689"/>
            <a:ext cx="1040384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6B645C"/>
                </a:solidFill>
                <a:latin typeface="Cambria"/>
              </a:rPr>
              <a:t>[[Diễn giải ngắn gọn cho ý chính này.]]</a:t>
            </a:r>
          </a:p>
        </p:txBody>
      </p:sp>
      <p:pic>
        <p:nvPicPr>
          <p:cNvPr id="8" name="row2_icon" descr="ques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59" y="2494280"/>
            <a:ext cx="393700" cy="393700"/>
          </a:xfrm>
          <a:prstGeom prst="rect">
            <a:avLst/>
          </a:prstGeom>
        </p:spPr>
      </p:pic>
      <p:sp>
        <p:nvSpPr>
          <p:cNvPr id="9" name="row2_title"/>
          <p:cNvSpPr txBox="1"/>
          <p:nvPr/>
        </p:nvSpPr>
        <p:spPr>
          <a:xfrm>
            <a:off x="1280160" y="2684780"/>
            <a:ext cx="1040384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 i="0">
                <a:solidFill>
                  <a:srgbClr val="A83349"/>
                </a:solidFill>
                <a:latin typeface="Cambria"/>
              </a:rPr>
              <a:t>[[Ý chính]]</a:t>
            </a:r>
          </a:p>
        </p:txBody>
      </p:sp>
      <p:sp>
        <p:nvSpPr>
          <p:cNvPr id="10" name="row2_desc"/>
          <p:cNvSpPr txBox="1"/>
          <p:nvPr/>
        </p:nvSpPr>
        <p:spPr>
          <a:xfrm>
            <a:off x="1280160" y="2989580"/>
            <a:ext cx="10403840" cy="584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6B645C"/>
                </a:solidFill>
                <a:latin typeface="Cambria"/>
              </a:rPr>
              <a:t>[[Diễn giải ngắn gọn cho ý chính này.]]</a:t>
            </a:r>
          </a:p>
        </p:txBody>
      </p:sp>
      <p:pic>
        <p:nvPicPr>
          <p:cNvPr id="11" name="row3_icon" descr="sca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59" y="3517900"/>
            <a:ext cx="393700" cy="393700"/>
          </a:xfrm>
          <a:prstGeom prst="rect">
            <a:avLst/>
          </a:prstGeom>
        </p:spPr>
      </p:pic>
      <p:sp>
        <p:nvSpPr>
          <p:cNvPr id="12" name="row3_title"/>
          <p:cNvSpPr txBox="1"/>
          <p:nvPr/>
        </p:nvSpPr>
        <p:spPr>
          <a:xfrm>
            <a:off x="1280160" y="3708400"/>
            <a:ext cx="1040384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 i="0">
                <a:solidFill>
                  <a:srgbClr val="A83349"/>
                </a:solidFill>
                <a:latin typeface="Cambria"/>
              </a:rPr>
              <a:t>[[Ý chính]]</a:t>
            </a:r>
          </a:p>
        </p:txBody>
      </p:sp>
      <p:sp>
        <p:nvSpPr>
          <p:cNvPr id="13" name="row3_desc"/>
          <p:cNvSpPr txBox="1"/>
          <p:nvPr/>
        </p:nvSpPr>
        <p:spPr>
          <a:xfrm>
            <a:off x="1280160" y="4013200"/>
            <a:ext cx="1040384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6B645C"/>
                </a:solidFill>
                <a:latin typeface="Cambria"/>
              </a:rPr>
              <a:t>[[Diễn giải ngắn gọn cho ý chính này.]]</a:t>
            </a:r>
          </a:p>
        </p:txBody>
      </p:sp>
      <p:pic>
        <p:nvPicPr>
          <p:cNvPr id="14" name="row4_icon" descr="pers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59" y="4542789"/>
            <a:ext cx="393700" cy="393700"/>
          </a:xfrm>
          <a:prstGeom prst="rect">
            <a:avLst/>
          </a:prstGeom>
        </p:spPr>
      </p:pic>
      <p:sp>
        <p:nvSpPr>
          <p:cNvPr id="15" name="row4_title"/>
          <p:cNvSpPr txBox="1"/>
          <p:nvPr/>
        </p:nvSpPr>
        <p:spPr>
          <a:xfrm>
            <a:off x="1280160" y="4733290"/>
            <a:ext cx="1040384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 i="0">
                <a:solidFill>
                  <a:srgbClr val="A83349"/>
                </a:solidFill>
                <a:latin typeface="Cambria"/>
              </a:rPr>
              <a:t>[[Ý chính]]</a:t>
            </a:r>
          </a:p>
        </p:txBody>
      </p:sp>
      <p:sp>
        <p:nvSpPr>
          <p:cNvPr id="16" name="row4_desc"/>
          <p:cNvSpPr txBox="1"/>
          <p:nvPr/>
        </p:nvSpPr>
        <p:spPr>
          <a:xfrm>
            <a:off x="1280160" y="5038090"/>
            <a:ext cx="1040384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6B645C"/>
                </a:solidFill>
                <a:latin typeface="Cambria"/>
              </a:rPr>
              <a:t>[[Diễn giải ngắn gọn cho ý chính này.]]</a:t>
            </a:r>
          </a:p>
        </p:txBody>
      </p:sp>
      <p:sp>
        <p:nvSpPr>
          <p:cNvPr id="17" name="breadcrumb"/>
          <p:cNvSpPr txBox="1"/>
          <p:nvPr/>
        </p:nvSpPr>
        <p:spPr>
          <a:xfrm>
            <a:off x="342900" y="6243320"/>
            <a:ext cx="2578100" cy="4876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60" b="0" i="0">
                <a:solidFill>
                  <a:srgbClr val="6B645C"/>
                </a:solidFill>
                <a:latin typeface="Cambria"/>
              </a:rPr>
              <a:t>[[Tổ bộ môn | Sinh hoạt chuyên môn]]</a:t>
            </a:r>
          </a:p>
        </p:txBody>
      </p:sp>
      <p:sp>
        <p:nvSpPr>
          <p:cNvPr id="18" name="pagenum"/>
          <p:cNvSpPr txBox="1"/>
          <p:nvPr/>
        </p:nvSpPr>
        <p:spPr>
          <a:xfrm>
            <a:off x="11430000" y="6243320"/>
            <a:ext cx="304800" cy="4876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60" b="0" i="0">
                <a:solidFill>
                  <a:srgbClr val="6B645C"/>
                </a:solidFill>
                <a:latin typeface="Cambria"/>
              </a:rPr>
              <a:t>[[0]]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yebrow"/>
          <p:cNvSpPr txBox="1"/>
          <p:nvPr/>
        </p:nvSpPr>
        <p:spPr>
          <a:xfrm>
            <a:off x="548640" y="457200"/>
            <a:ext cx="834136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90" b="1" i="0">
                <a:solidFill>
                  <a:srgbClr val="1F3949"/>
                </a:solidFill>
                <a:latin typeface="Cambria"/>
              </a:rPr>
              <a:t>[[PHẦN · MỤC TIÊU THẬT SỰ]]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820419"/>
            <a:ext cx="10881359" cy="551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1" i="0">
                <a:solidFill>
                  <a:srgbClr val="2B211A"/>
                </a:solidFill>
                <a:latin typeface="Cambria"/>
              </a:rPr>
              <a:t>[[Tiêu đề so sánh quan niệm]]</a:t>
            </a:r>
          </a:p>
        </p:txBody>
      </p:sp>
      <p:sp>
        <p:nvSpPr>
          <p:cNvPr id="5" name="myth_box"/>
          <p:cNvSpPr/>
          <p:nvPr/>
        </p:nvSpPr>
        <p:spPr>
          <a:xfrm>
            <a:off x="548640" y="1554480"/>
            <a:ext cx="11064240" cy="1051559"/>
          </a:xfrm>
          <a:prstGeom prst="roundRect">
            <a:avLst>
              <a:gd name="adj" fmla="val 10000"/>
            </a:avLst>
          </a:prstGeom>
          <a:solidFill>
            <a:srgbClr val="F2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yth_label"/>
          <p:cNvSpPr txBox="1"/>
          <p:nvPr/>
        </p:nvSpPr>
        <p:spPr>
          <a:xfrm>
            <a:off x="777240" y="1680210"/>
            <a:ext cx="5572760" cy="224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6B645C"/>
                </a:solidFill>
                <a:latin typeface="Cambria"/>
              </a:rPr>
              <a:t>[[Quan niệm thường gặp]]</a:t>
            </a:r>
          </a:p>
        </p:txBody>
      </p:sp>
      <p:sp>
        <p:nvSpPr>
          <p:cNvPr id="7" name="myth_text"/>
          <p:cNvSpPr txBox="1"/>
          <p:nvPr/>
        </p:nvSpPr>
        <p:spPr>
          <a:xfrm>
            <a:off x="777240" y="2080260"/>
            <a:ext cx="10525760" cy="3327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90" b="0" i="1">
                <a:solidFill>
                  <a:srgbClr val="B0A18A"/>
                </a:solidFill>
                <a:latin typeface="Cambria"/>
              </a:rPr>
              <a:t>[[Trích câu học sinh/giáo viên hay nghĩ (in nghiêng).]]</a:t>
            </a:r>
          </a:p>
        </p:txBody>
      </p:sp>
      <p:sp>
        <p:nvSpPr>
          <p:cNvPr id="8" name="quote_box"/>
          <p:cNvSpPr/>
          <p:nvPr/>
        </p:nvSpPr>
        <p:spPr>
          <a:xfrm>
            <a:off x="548640" y="2743200"/>
            <a:ext cx="11064240" cy="1234439"/>
          </a:xfrm>
          <a:prstGeom prst="roundRect">
            <a:avLst>
              <a:gd name="adj" fmla="val 10000"/>
            </a:avLst>
          </a:prstGeom>
          <a:solidFill>
            <a:srgbClr val="EA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icon_quote" descr="quo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882900"/>
            <a:ext cx="457200" cy="457200"/>
          </a:xfrm>
          <a:prstGeom prst="rect">
            <a:avLst/>
          </a:prstGeom>
        </p:spPr>
      </p:pic>
      <p:sp>
        <p:nvSpPr>
          <p:cNvPr id="10" name="quote_label"/>
          <p:cNvSpPr txBox="1"/>
          <p:nvPr/>
        </p:nvSpPr>
        <p:spPr>
          <a:xfrm>
            <a:off x="1645919" y="2886710"/>
            <a:ext cx="7244079" cy="2374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1F3949"/>
                </a:solidFill>
                <a:latin typeface="Cambria"/>
              </a:rPr>
              <a:t>[[Góc nhìn đúng / trích dẫn nguồn]]</a:t>
            </a:r>
          </a:p>
        </p:txBody>
      </p:sp>
      <p:sp>
        <p:nvSpPr>
          <p:cNvPr id="11" name="quote_text"/>
          <p:cNvSpPr txBox="1"/>
          <p:nvPr/>
        </p:nvSpPr>
        <p:spPr>
          <a:xfrm>
            <a:off x="1645919" y="3286760"/>
            <a:ext cx="9657079" cy="52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90" b="0" i="0">
                <a:solidFill>
                  <a:srgbClr val="2B211A"/>
                </a:solidFill>
                <a:latin typeface="Cambria"/>
              </a:rPr>
              <a:t>[[Nội dung trích dẫn hoặc giải thích chính xác.]]</a:t>
            </a:r>
          </a:p>
        </p:txBody>
      </p:sp>
      <p:sp>
        <p:nvSpPr>
          <p:cNvPr id="12" name="note_title"/>
          <p:cNvSpPr txBox="1"/>
          <p:nvPr/>
        </p:nvSpPr>
        <p:spPr>
          <a:xfrm>
            <a:off x="548640" y="4119880"/>
            <a:ext cx="5801360" cy="3124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 i="0">
                <a:solidFill>
                  <a:srgbClr val="2B211A"/>
                </a:solidFill>
                <a:latin typeface="Cambria"/>
              </a:rPr>
              <a:t>[[Vì sao cần điều chỉnh?]]</a:t>
            </a:r>
          </a:p>
        </p:txBody>
      </p:sp>
      <p:sp>
        <p:nvSpPr>
          <p:cNvPr id="13" name="note_text"/>
          <p:cNvSpPr txBox="1"/>
          <p:nvPr/>
        </p:nvSpPr>
        <p:spPr>
          <a:xfrm>
            <a:off x="548640" y="4432300"/>
            <a:ext cx="11059159" cy="647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90" b="0" i="0">
                <a:solidFill>
                  <a:srgbClr val="6B645C"/>
                </a:solidFill>
                <a:latin typeface="Cambria"/>
              </a:rPr>
              <a:t>[[Giải thích ngắn gọn lý do / ý nghĩa sư phạm.]]</a:t>
            </a:r>
          </a:p>
        </p:txBody>
      </p:sp>
      <p:sp>
        <p:nvSpPr>
          <p:cNvPr id="14" name="breadcrumb"/>
          <p:cNvSpPr txBox="1"/>
          <p:nvPr/>
        </p:nvSpPr>
        <p:spPr>
          <a:xfrm>
            <a:off x="342900" y="6243320"/>
            <a:ext cx="2578100" cy="4876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60" b="0" i="0">
                <a:solidFill>
                  <a:srgbClr val="6B645C"/>
                </a:solidFill>
                <a:latin typeface="Cambria"/>
              </a:rPr>
              <a:t>[[Tổ bộ môn | Sinh hoạt chuyên môn]]</a:t>
            </a:r>
          </a:p>
        </p:txBody>
      </p:sp>
      <p:sp>
        <p:nvSpPr>
          <p:cNvPr id="15" name="pagenum"/>
          <p:cNvSpPr txBox="1"/>
          <p:nvPr/>
        </p:nvSpPr>
        <p:spPr>
          <a:xfrm>
            <a:off x="11430000" y="6243320"/>
            <a:ext cx="304800" cy="4876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60" b="0" i="0">
                <a:solidFill>
                  <a:srgbClr val="6B645C"/>
                </a:solidFill>
                <a:latin typeface="Cambria"/>
              </a:rPr>
              <a:t>[[0]]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ircle"/>
          <p:cNvSpPr/>
          <p:nvPr/>
        </p:nvSpPr>
        <p:spPr>
          <a:xfrm>
            <a:off x="-1371600" y="4114800"/>
            <a:ext cx="3840479" cy="3840479"/>
          </a:xfrm>
          <a:prstGeom prst="ellipse">
            <a:avLst/>
          </a:prstGeom>
          <a:solidFill>
            <a:srgbClr val="2E52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yebrow"/>
          <p:cNvSpPr txBox="1"/>
          <p:nvPr/>
        </p:nvSpPr>
        <p:spPr>
          <a:xfrm>
            <a:off x="548640" y="439420"/>
            <a:ext cx="8341360" cy="309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 i="0">
                <a:solidFill>
                  <a:srgbClr val="AFCBD8"/>
                </a:solidFill>
                <a:latin typeface="Cambria"/>
              </a:rPr>
              <a:t>[[PHẦN · TIÊU CHÍ]]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48640" y="1391920"/>
            <a:ext cx="11135360" cy="7035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FBF4E8"/>
                </a:solidFill>
                <a:latin typeface="Cambria"/>
              </a:rPr>
              <a:t>[[Câu hỏi/khẳng định trọng tâm]]</a:t>
            </a:r>
          </a:p>
        </p:txBody>
      </p:sp>
      <p:sp>
        <p:nvSpPr>
          <p:cNvPr id="6" name="myth_box"/>
          <p:cNvSpPr/>
          <p:nvPr/>
        </p:nvSpPr>
        <p:spPr>
          <a:xfrm>
            <a:off x="548640" y="2331720"/>
            <a:ext cx="11064240" cy="843280"/>
          </a:xfrm>
          <a:prstGeom prst="roundRect">
            <a:avLst>
              <a:gd name="adj" fmla="val 10000"/>
            </a:avLst>
          </a:prstGeom>
          <a:solidFill>
            <a:srgbClr val="234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yth_label"/>
          <p:cNvSpPr txBox="1"/>
          <p:nvPr/>
        </p:nvSpPr>
        <p:spPr>
          <a:xfrm>
            <a:off x="822959" y="2468880"/>
            <a:ext cx="10480040" cy="274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9AA5A8"/>
                </a:solidFill>
                <a:latin typeface="Cambria"/>
              </a:rPr>
              <a:t>[[KHÔNG PHẢI:]]</a:t>
            </a:r>
          </a:p>
        </p:txBody>
      </p:sp>
      <p:sp>
        <p:nvSpPr>
          <p:cNvPr id="8" name="myth_text"/>
          <p:cNvSpPr txBox="1"/>
          <p:nvPr/>
        </p:nvSpPr>
        <p:spPr>
          <a:xfrm>
            <a:off x="822959" y="2743200"/>
            <a:ext cx="1048004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0" i="1">
                <a:solidFill>
                  <a:srgbClr val="C7DCE4"/>
                </a:solidFill>
                <a:latin typeface="Cambria"/>
              </a:rPr>
              <a:t>[[“Câu mô tả quan niệm chưa đủ đúng.”]]</a:t>
            </a:r>
          </a:p>
        </p:txBody>
      </p:sp>
      <p:sp>
        <p:nvSpPr>
          <p:cNvPr id="9" name="list_label"/>
          <p:cNvSpPr txBox="1"/>
          <p:nvPr/>
        </p:nvSpPr>
        <p:spPr>
          <a:xfrm>
            <a:off x="548640" y="3365500"/>
            <a:ext cx="7071359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 i="0">
                <a:solidFill>
                  <a:srgbClr val="E8A33D"/>
                </a:solidFill>
                <a:latin typeface="Cambria"/>
              </a:rPr>
              <a:t>[[MÀ LÀ - tiêu chí đúng:]]</a:t>
            </a:r>
          </a:p>
        </p:txBody>
      </p:sp>
      <p:pic>
        <p:nvPicPr>
          <p:cNvPr id="10" name="icon_check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810000"/>
            <a:ext cx="297179" cy="297179"/>
          </a:xfrm>
          <a:prstGeom prst="rect">
            <a:avLst/>
          </a:prstGeom>
        </p:spPr>
      </p:pic>
      <p:sp>
        <p:nvSpPr>
          <p:cNvPr id="11" name="item1"/>
          <p:cNvSpPr txBox="1"/>
          <p:nvPr/>
        </p:nvSpPr>
        <p:spPr>
          <a:xfrm>
            <a:off x="1234440" y="3822700"/>
            <a:ext cx="10195559" cy="43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0" i="0">
                <a:solidFill>
                  <a:srgbClr val="FBF4E8"/>
                </a:solidFill>
                <a:latin typeface="Cambria"/>
              </a:rPr>
              <a:t>[[Tiêu chí cụ thể]]</a:t>
            </a:r>
          </a:p>
        </p:txBody>
      </p:sp>
      <p:pic>
        <p:nvPicPr>
          <p:cNvPr id="12" name="icon_check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4292600"/>
            <a:ext cx="297179" cy="297179"/>
          </a:xfrm>
          <a:prstGeom prst="rect">
            <a:avLst/>
          </a:prstGeom>
        </p:spPr>
      </p:pic>
      <p:sp>
        <p:nvSpPr>
          <p:cNvPr id="13" name="item2"/>
          <p:cNvSpPr txBox="1"/>
          <p:nvPr/>
        </p:nvSpPr>
        <p:spPr>
          <a:xfrm>
            <a:off x="1234440" y="4305300"/>
            <a:ext cx="10195559" cy="43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0" i="0">
                <a:solidFill>
                  <a:srgbClr val="FBF4E8"/>
                </a:solidFill>
                <a:latin typeface="Cambria"/>
              </a:rPr>
              <a:t>[[Tiêu chí cụ thể]]</a:t>
            </a:r>
          </a:p>
        </p:txBody>
      </p:sp>
      <p:pic>
        <p:nvPicPr>
          <p:cNvPr id="14" name="icon_check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4775200"/>
            <a:ext cx="297179" cy="297179"/>
          </a:xfrm>
          <a:prstGeom prst="rect">
            <a:avLst/>
          </a:prstGeom>
        </p:spPr>
      </p:pic>
      <p:sp>
        <p:nvSpPr>
          <p:cNvPr id="15" name="item3"/>
          <p:cNvSpPr txBox="1"/>
          <p:nvPr/>
        </p:nvSpPr>
        <p:spPr>
          <a:xfrm>
            <a:off x="1234440" y="4787900"/>
            <a:ext cx="10195559" cy="43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0" i="0">
                <a:solidFill>
                  <a:srgbClr val="FBF4E8"/>
                </a:solidFill>
                <a:latin typeface="Cambria"/>
              </a:rPr>
              <a:t>[[Tiêu chí cụ thể]]</a:t>
            </a:r>
          </a:p>
        </p:txBody>
      </p:sp>
      <p:pic>
        <p:nvPicPr>
          <p:cNvPr id="16" name="icon_check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5257800"/>
            <a:ext cx="297179" cy="297179"/>
          </a:xfrm>
          <a:prstGeom prst="rect">
            <a:avLst/>
          </a:prstGeom>
        </p:spPr>
      </p:pic>
      <p:sp>
        <p:nvSpPr>
          <p:cNvPr id="17" name="item4"/>
          <p:cNvSpPr txBox="1"/>
          <p:nvPr/>
        </p:nvSpPr>
        <p:spPr>
          <a:xfrm>
            <a:off x="1234440" y="5270500"/>
            <a:ext cx="10195559" cy="43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0" i="0">
                <a:solidFill>
                  <a:srgbClr val="FBF4E8"/>
                </a:solidFill>
                <a:latin typeface="Cambria"/>
              </a:rPr>
              <a:t>[[Tiêu chí cụ thể]]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B2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ircle"/>
          <p:cNvSpPr/>
          <p:nvPr/>
        </p:nvSpPr>
        <p:spPr>
          <a:xfrm>
            <a:off x="9265920" y="3931920"/>
            <a:ext cx="4206239" cy="4206239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yebrow"/>
          <p:cNvSpPr txBox="1"/>
          <p:nvPr/>
        </p:nvSpPr>
        <p:spPr>
          <a:xfrm>
            <a:off x="822959" y="822959"/>
            <a:ext cx="4257039" cy="281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90" b="1" i="0">
                <a:solidFill>
                  <a:srgbClr val="E8A33D"/>
                </a:solidFill>
                <a:latin typeface="Cambria"/>
              </a:rPr>
              <a:t>[[VẬN DỤNG]]</a:t>
            </a:r>
          </a:p>
        </p:txBody>
      </p:sp>
      <p:sp>
        <p:nvSpPr>
          <p:cNvPr id="5" name="title_line1"/>
          <p:cNvSpPr txBox="1"/>
          <p:nvPr/>
        </p:nvSpPr>
        <p:spPr>
          <a:xfrm>
            <a:off x="777240" y="1341120"/>
            <a:ext cx="9636759" cy="563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 i="0">
                <a:solidFill>
                  <a:srgbClr val="FBF4E8"/>
                </a:solidFill>
                <a:latin typeface="Cambria"/>
              </a:rPr>
              <a:t>[[Dòng tiêu đề vận dụng 1]]</a:t>
            </a:r>
          </a:p>
        </p:txBody>
      </p:sp>
      <p:sp>
        <p:nvSpPr>
          <p:cNvPr id="6" name="title_line2"/>
          <p:cNvSpPr txBox="1"/>
          <p:nvPr/>
        </p:nvSpPr>
        <p:spPr>
          <a:xfrm>
            <a:off x="777240" y="1901190"/>
            <a:ext cx="9636759" cy="562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 i="0">
                <a:solidFill>
                  <a:srgbClr val="FBF4E8"/>
                </a:solidFill>
                <a:latin typeface="Cambria"/>
              </a:rPr>
              <a:t>[[Dòng tiêu đề vận dụng 2 (nếu cần)]]</a:t>
            </a:r>
          </a:p>
        </p:txBody>
      </p:sp>
      <p:sp>
        <p:nvSpPr>
          <p:cNvPr id="7" name="check1_bg"/>
          <p:cNvSpPr/>
          <p:nvPr/>
        </p:nvSpPr>
        <p:spPr>
          <a:xfrm>
            <a:off x="822959" y="2526030"/>
            <a:ext cx="292100" cy="292100"/>
          </a:xfrm>
          <a:prstGeom prst="roundRect">
            <a:avLst>
              <a:gd name="adj" fmla="val 30000"/>
            </a:avLst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tem1"/>
          <p:cNvSpPr txBox="1"/>
          <p:nvPr/>
        </p:nvSpPr>
        <p:spPr>
          <a:xfrm>
            <a:off x="1280160" y="2506980"/>
            <a:ext cx="913384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90" b="0" i="0">
                <a:solidFill>
                  <a:srgbClr val="E8DFCE"/>
                </a:solidFill>
                <a:latin typeface="Cambria"/>
              </a:rPr>
              <a:t>[[Nhiệm vụ / liên hệ thực tế 1]]</a:t>
            </a:r>
          </a:p>
        </p:txBody>
      </p:sp>
      <p:sp>
        <p:nvSpPr>
          <p:cNvPr id="9" name="check2_bg"/>
          <p:cNvSpPr/>
          <p:nvPr/>
        </p:nvSpPr>
        <p:spPr>
          <a:xfrm>
            <a:off x="822959" y="3028950"/>
            <a:ext cx="292100" cy="292100"/>
          </a:xfrm>
          <a:prstGeom prst="roundRect">
            <a:avLst>
              <a:gd name="adj" fmla="val 30000"/>
            </a:avLst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tem2"/>
          <p:cNvSpPr txBox="1"/>
          <p:nvPr/>
        </p:nvSpPr>
        <p:spPr>
          <a:xfrm>
            <a:off x="1280160" y="3009900"/>
            <a:ext cx="913384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90" b="0" i="0">
                <a:solidFill>
                  <a:srgbClr val="E8DFCE"/>
                </a:solidFill>
                <a:latin typeface="Cambria"/>
              </a:rPr>
              <a:t>[[Nhiệm vụ / liên hệ thực tế 2]]</a:t>
            </a:r>
          </a:p>
        </p:txBody>
      </p:sp>
      <p:sp>
        <p:nvSpPr>
          <p:cNvPr id="11" name="check3_bg"/>
          <p:cNvSpPr/>
          <p:nvPr/>
        </p:nvSpPr>
        <p:spPr>
          <a:xfrm>
            <a:off x="822959" y="3531870"/>
            <a:ext cx="292100" cy="292100"/>
          </a:xfrm>
          <a:prstGeom prst="roundRect">
            <a:avLst>
              <a:gd name="adj" fmla="val 30000"/>
            </a:avLst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tem3"/>
          <p:cNvSpPr txBox="1"/>
          <p:nvPr/>
        </p:nvSpPr>
        <p:spPr>
          <a:xfrm>
            <a:off x="1280160" y="3512820"/>
            <a:ext cx="913384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90" b="0" i="0">
                <a:solidFill>
                  <a:srgbClr val="E8DFCE"/>
                </a:solidFill>
                <a:latin typeface="Cambria"/>
              </a:rPr>
              <a:t>[[Nhiệm vụ / liên hệ thực tế 3]]</a:t>
            </a:r>
          </a:p>
        </p:txBody>
      </p:sp>
      <p:cxnSp>
        <p:nvCxnSpPr>
          <p:cNvPr id="13" name="rule"/>
          <p:cNvCxnSpPr/>
          <p:nvPr/>
        </p:nvCxnSpPr>
        <p:spPr>
          <a:xfrm>
            <a:off x="822959" y="4683760"/>
            <a:ext cx="3657601" cy="0"/>
          </a:xfrm>
          <a:prstGeom prst="line">
            <a:avLst/>
          </a:prstGeom>
          <a:ln w="12700">
            <a:solidFill>
              <a:srgbClr val="4A3B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aption"/>
          <p:cNvSpPr txBox="1"/>
          <p:nvPr/>
        </p:nvSpPr>
        <p:spPr>
          <a:xfrm>
            <a:off x="822959" y="4937760"/>
            <a:ext cx="8067040" cy="294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90" b="0" i="1">
                <a:solidFill>
                  <a:srgbClr val="B0A18A"/>
                </a:solidFill>
                <a:latin typeface="Cambria"/>
              </a:rPr>
              <a:t>[[Lời nhắn / lời chúc kết thúc bài học.]]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